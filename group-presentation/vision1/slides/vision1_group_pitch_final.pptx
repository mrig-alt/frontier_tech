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Antigravity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Quantum-Ready Behavioral Neuroscience Platform</a:t>
            </a:r>
          </a:p>
          <a:p>
            <a:r>
              <a:t>Transforming cognitive intelligence with frontier technologies</a:t>
            </a:r>
          </a:p>
          <a:p/>
          <a:p>
            <a:r>
              <a:t>Course: IMBA 25S Frontier Technologies</a:t>
            </a:r>
          </a:p>
          <a:p>
            <a:r>
              <a:t>Team: [Your names]</a:t>
            </a:r>
          </a:p>
          <a:p>
            <a:r>
              <a:t>Professor: Casimiro Juanes</a:t>
            </a:r>
          </a:p>
          <a:p>
            <a:r>
              <a:t>Vision: Predictive Cognitive Intelligence Platform</a:t>
            </a:r>
          </a:p>
          <a:p>
            <a:r>
              <a:t>Status: Research phase — seeking guidance on industry direction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95% of enterprise GenAI pilots fail to deliver measurable ROI (McKinsey / Menlo Ventures)</a:t>
            </a:r>
          </a:p>
          <a:p>
            <a:r>
              <a:t>AI pilots are fragmented across business units with no unified governance</a:t>
            </a:r>
          </a:p>
          <a:p>
            <a:r>
              <a:t>EU AI Act (2026-2027) classifies neural data products as high-risk — requiring robust cybersecurity, risk management, and audit trails</a:t>
            </a:r>
          </a:p>
          <a:p>
            <a:r>
              <a:t>No dominant product connects behavioral data + quantum ML + neuroscience</a:t>
            </a:r>
          </a:p>
          <a:p>
            <a:br/>
            <a:pPr>
              <a:defRPr b="1"/>
            </a:pPr>
            <a:r>
              <a:t>The Predator Line:</a:t>
            </a:r>
          </a:p>
          <a:p>
            <a:pPr>
              <a:defRPr i="1"/>
            </a:pPr>
            <a:r>
              <a:t>"Google is already sitting on the most detailed map of human anxiety ever assembled. The question is who builds the bridge to the clinic before they do."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Antigravity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it is:</a:t>
            </a:r>
          </a:p>
          <a:p>
            <a:pPr lvl="1"/>
            <a:r>
              <a:t>A cybersecurity-first neutral broker platform that aggregates consented behavioral and neural signals, feeds hybrid quantum-ML models, and sells causal cognitive intelligence to governments, pharma, and insurers.</a:t>
            </a:r>
          </a:p>
          <a:p>
            <a:r>
              <a:t>Core capabilities:</a:t>
            </a:r>
          </a:p>
          <a:p>
            <a:pPr lvl="1"/>
            <a:r>
              <a:t>Behavioral data layer — Google Trends + social media emotional signals mapped to population patterns</a:t>
            </a:r>
          </a:p>
          <a:p>
            <a:pPr lvl="1"/>
            <a:r>
              <a:t>Quantum ML layer — IBM Quantum classifies which neural circuits activate (IBM-Inclusive Brains BCI study, June 2025)</a:t>
            </a:r>
          </a:p>
          <a:p>
            <a:pPr lvl="1"/>
            <a:r>
              <a:t>Brain map layer — Neural reference from Meta TRIBE v2 (500h fMRI, 700 subjects, 23% improvement over prior methods)</a:t>
            </a:r>
          </a:p>
          <a:p>
            <a:pPr lvl="1"/>
            <a:r>
              <a:t>Cybersecurity-first — PQC-encrypted, zero-trust, audit-ready, differential privacy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 + Three Horizons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</a:t>
            </a:r>
          </a:p>
          <a:p>
            <a:pPr lvl="1"/>
            <a:r>
              <a:t>Quantum Computing: IBM Quantum AI (Willow chip, 1000+ qubits) for ML classification</a:t>
            </a:r>
          </a:p>
          <a:p>
            <a:pPr lvl="1"/>
            <a:r>
              <a:t>AI / GenAI: Hybrid quantum-classical sentiment analysis, cross-linguistic emotional detection</a:t>
            </a:r>
          </a:p>
          <a:p>
            <a:pPr lvl="1"/>
            <a:r>
              <a:t>Cybersecurity: PQC-ready encryption (NIST roadmap), zero-trust architecture, audit logging</a:t>
            </a:r>
          </a:p>
          <a:p>
            <a:pPr lvl="1"/>
            <a:r>
              <a:t>Brain Mapping: Meta TRIBE v2 neural encoding, Harvard/Google brain activity maps</a:t>
            </a:r>
          </a:p>
          <a:p>
            <a:r>
              <a:t>Three Horizons:</a:t>
            </a:r>
          </a:p>
          <a:p>
            <a:pPr lvl="1"/>
            <a:r>
              <a:t>H1 (Now): Government entry via DSA / EU AI Act compliance tool</a:t>
            </a:r>
          </a:p>
          <a:p>
            <a:pPr lvl="1"/>
            <a:r>
              <a:t>H2 (12-24 months): Quantum ML biomarker scoring — pharma/insurer contracts</a:t>
            </a:r>
          </a:p>
          <a:p>
            <a:pPr lvl="1"/>
            <a:r>
              <a:t>H3 (24+ months): New standard of care — pharma trials, cognitive risk pricing, population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We Need From the Professor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seeking guidance on three open questions:</a:t>
            </a:r>
          </a:p>
          <a:p>
            <a:pPr lvl="1"/>
            <a:r>
              <a:t>Which industry direction should we anchor on?</a:t>
            </a:r>
          </a:p>
          <a:p>
            <a:pPr lvl="2"/>
            <a:r>
              <a:t>Pharma (Roche, J&amp;J) — trial cohort targeting, biomarker discovery</a:t>
            </a:r>
          </a:p>
          <a:p>
            <a:pPr lvl="2"/>
            <a:r>
              <a:t>Insurance (AXA) — cognitive risk scoring, population health pricing</a:t>
            </a:r>
          </a:p>
          <a:p>
            <a:pPr lvl="2"/>
            <a:r>
              <a:t>Public Health (NHS, EU Commission) — causal harm dashboard</a:t>
            </a:r>
          </a:p>
          <a:p>
            <a:pPr lvl="1"/>
            <a:r>
              <a:t>Does the chosen industry count as strategic transformation or disruption per the group brief?</a:t>
            </a:r>
          </a:p>
          <a:p>
            <a:pPr lvl="1"/>
            <a:r>
              <a:t>How much differentiation is needed between our group presentation and individual reports?</a:t>
            </a:r>
          </a:p>
          <a:p>
            <a:r>
              <a:t>Next steps after this meeting:</a:t>
            </a:r>
          </a:p>
          <a:p>
            <a:pPr lvl="1"/>
            <a:r>
              <a:t>Lock industry direction and company anchor</a:t>
            </a:r>
          </a:p>
          <a:p>
            <a:pPr lvl="1"/>
            <a:r>
              <a:t>Finalize 6-slide group deck structure &amp; Assign slide presenters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